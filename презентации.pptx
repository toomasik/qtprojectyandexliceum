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83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77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39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095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42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875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339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284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85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88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24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425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569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218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439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452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19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430F4F4-26B5-4BD8-9279-78D58D0F712A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81690-CE29-4F22-BB40-601CD14185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027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E325C-134A-4056-9D7D-C0121C18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8893" y="1122363"/>
            <a:ext cx="9144000" cy="2825904"/>
          </a:xfrm>
        </p:spPr>
        <p:txBody>
          <a:bodyPr/>
          <a:lstStyle/>
          <a:p>
            <a:r>
              <a:rPr lang="ru-RU" dirty="0"/>
              <a:t>Магазин Продуктов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08FFE9-07EE-4D54-8EC0-9143E1BA7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893" y="3948267"/>
            <a:ext cx="9144000" cy="1655762"/>
          </a:xfrm>
        </p:spPr>
        <p:txBody>
          <a:bodyPr/>
          <a:lstStyle/>
          <a:p>
            <a:r>
              <a:rPr lang="ru-RU" dirty="0" err="1"/>
              <a:t>Чанышев</a:t>
            </a:r>
            <a:r>
              <a:rPr lang="ru-RU" dirty="0"/>
              <a:t> Данил Максимович</a:t>
            </a:r>
          </a:p>
        </p:txBody>
      </p:sp>
    </p:spTree>
    <p:extLst>
      <p:ext uri="{BB962C8B-B14F-4D97-AF65-F5344CB8AC3E}">
        <p14:creationId xmlns:p14="http://schemas.microsoft.com/office/powerpoint/2010/main" val="149274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5E2D6-546E-4A28-B166-9B93D4B4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8AA181-F7B8-48A1-9D27-787632B21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8"/>
            <a:ext cx="8946541" cy="4195481"/>
          </a:xfrm>
        </p:spPr>
        <p:txBody>
          <a:bodyPr/>
          <a:lstStyle/>
          <a:p>
            <a:r>
              <a:rPr lang="ru-RU" dirty="0"/>
              <a:t>Данный проект представляет собой настольное приложение, предназначенное для </a:t>
            </a:r>
            <a:r>
              <a:rPr lang="ru-RU" b="1" dirty="0"/>
              <a:t>просмотра, фильтрации и управления продуктами</a:t>
            </a:r>
            <a:r>
              <a:rPr lang="ru-RU" dirty="0"/>
              <a:t>. Основная задача приложения — </a:t>
            </a:r>
            <a:r>
              <a:rPr lang="ru-RU" b="1" dirty="0"/>
              <a:t>упрощение взаимодействия пользователя с каталогом продуктов</a:t>
            </a:r>
            <a:r>
              <a:rPr lang="ru-RU" dirty="0"/>
              <a:t>, возможность просматривать товары по категориям, добавлять их в корзину и, при наличии прав администратора, управлять товарами (добавлять и удалять).</a:t>
            </a:r>
          </a:p>
          <a:p>
            <a:r>
              <a:rPr lang="ru-RU" dirty="0"/>
              <a:t>Приложение подходит для использования в </a:t>
            </a:r>
            <a:r>
              <a:rPr lang="ru-RU" b="1" dirty="0"/>
              <a:t>малых магазинах или учебных проектах</a:t>
            </a:r>
            <a:r>
              <a:rPr lang="ru-RU" dirty="0"/>
              <a:t>, где важно наглядно продемонстрировать работу с базой данных и графическим интерфейсом.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682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B178F-6EEC-4DDF-9AB2-FA05ACE84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реализации</a:t>
            </a:r>
            <a:br>
              <a:rPr lang="ru-RU" dirty="0"/>
            </a:br>
            <a:endParaRPr lang="ru-RU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C7673E3F-00CF-40BF-A088-AFFA7F2A7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2" y="1552441"/>
            <a:ext cx="1106462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Структура проекта: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Заголовки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Каждая форма приложения находится в отдельной папке, содержащей: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ui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файл — интерфейс, созданный в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Qt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Designer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;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py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файл — логика взаимодействия с интерфейсом и данными.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Основные компоненты: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Main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— главное окно приложения, где отображаются все товары и фильтры по категориям.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Cart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— корзина пользователя, показывающая добавленные товары. Содержит возможность работы с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админскими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функциями через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чекбокс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«Админ».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Card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— отдельный виджет для отображения товара. При клике открывает подробную информацию о продукте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CardInfo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— отдельное окно, показывающее подробности о товаре (количество, описание, срок годности, цена).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AddProduct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/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DeleteProduct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— формы для администрирования товаров (добавление и удаление).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14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F6868-EC2B-4201-B126-576F4063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приложения: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84D853-66CB-48F2-9E50-0A1558B6C6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930020"/>
            <a:ext cx="1087654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Использование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PyQt6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для создания графического интерфейса;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SQLite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в качестве базы данных для хранения информации о товарах, категориях и корзине;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Динамическое создание карточек товаров Фильтрация товаров по категориям через кнопки на главном окне;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Админские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функции реализованы через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чекбокс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, который управляет видимостью кнопок добавления/удаления товара;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Структура проекта обеспечивает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разделение интерфейса и логики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(каждая форма в отдельной папке с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ui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py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файлами), что облегчает поддержку и расширение функционала.</a:t>
            </a:r>
          </a:p>
        </p:txBody>
      </p:sp>
    </p:spTree>
    <p:extLst>
      <p:ext uri="{BB962C8B-B14F-4D97-AF65-F5344CB8AC3E}">
        <p14:creationId xmlns:p14="http://schemas.microsoft.com/office/powerpoint/2010/main" val="235484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B812E-2954-49D8-9454-F1A08DBC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Технологии:</a:t>
            </a:r>
            <a:br>
              <a:rPr lang="ru-RU" dirty="0"/>
            </a:br>
            <a:endParaRPr lang="ru-RU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3D09D51-82FF-4F1D-B796-DB77320C12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2663347"/>
            <a:ext cx="1111275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Python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3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— основной язык программирования;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PyQt6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— графический интерфейс;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SQLite3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— база данных для хранения товаров;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Qt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Designer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— создание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ui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файлов;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Файловая структура поддерживает работу с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PyInstaller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для сборки проекта в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exe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 (используется функция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resource_path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Заголовки)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66433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A792F-3035-445C-AC4E-9ECCCE83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52C278-B860-4404-90E9-18308BBC3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Приложение успешно реализует основные задачи: отображение товаров, фильтрацию по категориям и работу с корзиной.</a:t>
            </a:r>
          </a:p>
          <a:p>
            <a:pPr marL="0" indent="0">
              <a:buNone/>
            </a:pPr>
            <a:r>
              <a:rPr lang="ru-RU" dirty="0"/>
              <a:t>Возможности для доработки и развития:</a:t>
            </a:r>
          </a:p>
          <a:p>
            <a:r>
              <a:rPr lang="ru-RU" dirty="0"/>
              <a:t>Реализовать хранение состояния корзины между сессиями;</a:t>
            </a:r>
          </a:p>
          <a:p>
            <a:r>
              <a:rPr lang="ru-RU" dirty="0"/>
              <a:t>Добавить поиск по названию продукта;</a:t>
            </a:r>
          </a:p>
          <a:p>
            <a:r>
              <a:rPr lang="ru-RU" dirty="0"/>
              <a:t>Сделать более гибкую систему ролей, чтобы разделить права пользователя и администратора;</a:t>
            </a:r>
          </a:p>
          <a:p>
            <a:r>
              <a:rPr lang="ru-RU" dirty="0"/>
              <a:t>Улучшить интерфейс и добавить адаптивное отображение карточек на разных разрешениях.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551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393</Words>
  <Application>Microsoft Office PowerPoint</Application>
  <PresentationFormat>Широкоэкранный</PresentationFormat>
  <Paragraphs>35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Century Gothic (Заголовки)</vt:lpstr>
      <vt:lpstr>Wingdings 3</vt:lpstr>
      <vt:lpstr>Ион</vt:lpstr>
      <vt:lpstr>Магазин Продуктов</vt:lpstr>
      <vt:lpstr>Введение</vt:lpstr>
      <vt:lpstr>Описание реализации </vt:lpstr>
      <vt:lpstr>Особенности приложения:</vt:lpstr>
      <vt:lpstr>Технологии: </vt:lpstr>
      <vt:lpstr>Заключение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Магазин Продуктов</dc:title>
  <dc:creator>chanyshevd6@gmail.com</dc:creator>
  <cp:lastModifiedBy>chanyshevd6@gmail.com</cp:lastModifiedBy>
  <cp:revision>1</cp:revision>
  <dcterms:created xsi:type="dcterms:W3CDTF">2025-11-13T07:38:51Z</dcterms:created>
  <dcterms:modified xsi:type="dcterms:W3CDTF">2025-11-13T07:51:03Z</dcterms:modified>
</cp:coreProperties>
</file>